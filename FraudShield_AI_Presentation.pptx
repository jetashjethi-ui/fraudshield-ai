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FROSTHACK  |  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FraudShield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</a:defRPr>
            </a:pPr>
            <a:r>
              <a:t>Real-Time Fraud Detection with Explainable Risk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17 Detection Layers  |  7-Model Ensemble  |  Deep Autoencoder  |  9-Page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Jetash Jethi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$32.4B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Global card fraud</a:t>
            </a:r>
            <a:br/>
            <a:r>
              <a:t>losses (2024)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</a:defRPr>
            </a:pPr>
            <a:r>
              <a:t>68%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Of fraud goes</a:t>
            </a:r>
            <a:br/>
            <a:r>
              <a:t>undetected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$4.23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Cost per dollar</a:t>
            </a:r>
            <a:br/>
            <a:r>
              <a:t>of fraud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</a:defRPr>
            </a:pPr>
            <a:r>
              <a:t>80%+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False positives in</a:t>
            </a:r>
            <a:br/>
            <a:r>
              <a:t>rule-based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Rule-based systems can't adapt to evolving fraud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No explainability - analysts can't understand WHY a transaction was flagged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One-size-fits-all response - every flag gets the same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Traditional ML treats transactions independently, missing fraud ring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An end-to-end ML pipeline that detects fraud, explains WHY, and responds proportionally.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17 Detection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From amount analysis to graph-based fraud ring detection, SIM swap signals, target encoding, and behavioral DNA.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7-Model Stacking Ensemble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XGBoost + LightGBM + CatBoost + MLP + RF + Isolation Forest + Deep Autoencoder, stacked with 5-fold 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Optuna AutoML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30-trial Bayesian hyperparameter optimization for XGBoost and LightGBM.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Explainable AI (SHAP)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Every decision comes with human-readable reasons. Global and local feature importance.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Adaptive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4-tier response: GREEN (approve), YELLOW (PIN), ORANGE (biometric), RED (block).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114800"/>
            <a:ext cx="35661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Adversarial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5 attack scenarios tested: amount splitting, time evasion, device spoofing, threshold sensitivity, perturbation.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590K txns</a:t>
            </a:r>
            <a:br/>
            <a:r>
              <a:t>+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35608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 Eng.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17 detection</a:t>
            </a:r>
            <a:br/>
            <a:r>
              <a:t>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Balance to</a:t>
            </a:r>
            <a:br/>
            <a:r>
              <a:t>15% fraud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Optuna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30 trials</a:t>
            </a:r>
            <a:br/>
            <a:r>
              <a:t>Bayesian opt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472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7 models</a:t>
            </a:r>
            <a:br/>
            <a:r>
              <a:t>5-fold 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Autoencoder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Unsupervised</a:t>
            </a:r>
            <a:br/>
            <a:r>
              <a:t>anomaly det.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Risk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0-100 score</a:t>
            </a:r>
            <a:br/>
            <a:r>
              <a:t>4-tier auth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03336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6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Global+local</a:t>
            </a:r>
            <a:br/>
            <a:r>
              <a:t>explainability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64624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0344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0344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Adversarial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0344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5 attack</a:t>
            </a:r>
            <a:br/>
            <a:r>
              <a:t>scenarios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25912" y="1828800"/>
            <a:ext cx="10515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71632" y="19202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PDF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292608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Auto-generated</a:t>
            </a:r>
            <a:br/>
            <a:r>
              <a:t>multi-page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17 Feature Engineering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L1-L3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Amount Intelligence, Behavioral DNA, SIM Swap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L4-L6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Time Baselines, Adaptive Auth Score, Merchant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L7-L9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Mule Network Detection, Dormant Hijacking, Round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L10-L12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Category Mismatch, New Account Risk, Velocity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L13-L15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Email Domain Risk, Graph-Lite Fraud Ring, Synthetic Device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486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L16-L17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Graph Analysis (PageRank, Louvain), Target 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Test Set: 118,108 transactions  |  5-fold Out-of-Fold Stacking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00584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</a:defRPr>
            </a:pPr>
            <a:r>
              <a:t>Stacking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0.9558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0.6863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0.7631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</a:defRPr>
            </a:pPr>
            <a:r>
              <a:t>CatBoost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0.9517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0.6173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0.5631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</a:defRPr>
            </a:pPr>
            <a:r>
              <a:t>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0.9481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0.5835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0.5091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</a:defRPr>
            </a:pPr>
            <a: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0.9479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0.6284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0.8661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</a:defRPr>
            </a:pPr>
            <a:r>
              <a:t>MLP Neural 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0.9470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0.6416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0.9235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0.5073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0.4131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Isolation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0.7135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0.1272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0.1758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</a:defRPr>
            </a:pPr>
            <a:r>
              <a:t>Deep Autoencoder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0.6958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Deep Learning Autoencoder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Unsupervised anomaly detection - learns what 'normal' looks like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N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01168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64 neurons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16 neurons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01168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64 neurons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011680"/>
            <a:ext cx="1828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N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11480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AUC: 0.696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11480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</a:defRPr>
            </a:pPr>
            <a:r>
              <a:t>Error Ratio: 3.4x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11480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Epochs: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Fraud transactions have 3.4x higher reconstruction error than normal transactions.</a:t>
            </a:r>
            <a:br/>
            <a:r>
              <a:t>The autoencoder catches novel fraud patterns that supervised models miss.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Graph-Based Fraud Ring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Build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Each card = node, edges = shared devices/addresses/emails. Built with NetworkX.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Community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Louvain algorithm groups tightly-connected accounts into communities.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11 graph features: PageRank, betweenness centrality, community fraud rate, etc.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0972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Fraud 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49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Communities with high fraud rates indicate organized fraud rings sharing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Adversarial Robustness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5/5 tests passed  |  100% robustness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09728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Amount Splitting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Detects fraud when amounts are split into smaller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65.7%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&gt; 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109728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Time Evasion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Detects fraud during business hours (blending 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60.5%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&gt; 40%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09728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Device Spoofing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Detects fraud from normal-looking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64.7%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&gt; 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09728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Threshold Stability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Performance stable across decision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99.2%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&gt; 70%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109728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Feature Perturbation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Predictions resist small random 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</a:defRPr>
            </a:pPr>
            <a:r>
              <a:t>95.7%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&gt; 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9-Page Interactive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Overview metrics, risk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Live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Score transactions in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ROC curves, confusion matrices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Fraud by hour, product,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01752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Flagged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49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High-risk transaction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01752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ROI 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Cost-benefit with sliders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Adversarial test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66344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94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Generate and score random txns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663440"/>
            <a:ext cx="35661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Autoencoder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94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Architecture and error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Run: streamlit run dashboard.py  | 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62.4%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Fraud</a:t>
            </a:r>
            <a:br/>
            <a:r>
              <a:t>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D6A0"/>
                </a:solidFill>
              </a:defRPr>
            </a:pPr>
            <a:r>
              <a:t>76.3%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Flag</a:t>
            </a:r>
            <a:br/>
            <a: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517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99.3%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Legit Txns</a:t>
            </a:r>
            <a:br/>
            <a:r>
              <a:t>Unaffected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6517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0.956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Ensemble</a:t>
            </a:r>
            <a:br/>
            <a: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Projected Annual Savings (Mid-Size Bank, 50M transactions/year)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Fraud Losses Avoided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~$927M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False Positive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99.3% unaffected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Automated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72.6% auto-approved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XGBoost, LightGBM, CatBoost</a:t>
            </a:r>
            <a:br/>
            <a:r>
              <a:t>scikit-learn, SMOTE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AutoML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Optuna (Bayesian optimization)</a:t>
            </a:r>
            <a:br/>
            <a:r>
              <a:t>30 trials, TPE sampler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Autoencoder (MLPRegressor)</a:t>
            </a:r>
            <a:br/>
            <a:r>
              <a:t>64-16-64 bottleneck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SHAP TreeExplainer</a:t>
            </a:r>
            <a:br/>
            <a:r>
              <a:t>Global + local importance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Graph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NetworkX, python-louvain</a:t>
            </a:r>
            <a:br/>
            <a:r>
              <a:t>Community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API &amp;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FastAPI, Streamlit</a:t>
            </a:r>
            <a:br/>
            <a:r>
              <a:t>9-page interactive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FraudShield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8BDF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17 Detection Layers  |  7-Model Ensemble  |  0.956 AUC</a:t>
            </a:r>
            <a:br/>
            <a:r>
              <a:t>9-Page Dashboard  |  FastAPI  |  Auto PDF Report  |  100% Adversarial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Jetash Jethi  |  FrostHack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github.com/jetashjethi-ui/FraudShield-AI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